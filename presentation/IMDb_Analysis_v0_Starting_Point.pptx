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IMDb Movie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C8C8"/>
                </a:solidFill>
              </a:defRPr>
            </a:pPr>
            <a:r>
              <a:t>v0: Exploratory Data Analysis</a:t>
            </a:r>
            <a:br/>
            <a:r>
              <a:t>12 Code Chunks - 6 Key Findings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Objective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Analyze IMDb movie dataset to identify trends in movie production, ratings, and popularity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Dataset Scope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12 million+ raw records (title_basics + title_ratings tables)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330,970 theatrical movies across 106 years (1920-2026)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Tools &amp; Technology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Databricks Serverless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Apache Spark with PySpark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SQL for data transformation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Why This is Big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VOLUME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12 million records requires distributed processing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Cannot analyze on single machine in reasonable time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VARIETY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Multiple data types: strings (titles), numbers (ratings), categories (genres)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Data from multiple sources: user ratings + metadata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VERACITY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Missing data represented as \N (requires cleaning)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Null values in critical fields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Chunk 01-02: Load Data from Databricks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Code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spark.read.table('project.default.title_basics')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spark.read.table('project.default.title_ratings')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Result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title_basics: 330,970 movies with metadata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title_ratings: 1,600,000+ user ratings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display() shows first 20 rows of each table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Chunk 03: Clean Missing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Problem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IMDb represents missing data as string \N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This breaks calculations and aggregations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Solution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Replace all \N with proper NULL values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Allows Spark to handle missing data correctly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Code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.replace('\\N', None)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Chunk 04-05: Join Tables &amp; Filter Movies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Chunk 04: Inner Join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Combine title_basics + title_ratings on tconst (unique ID)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Result: Movies with both metadata AND ratings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Chunk 05: Filter to Movies Only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Remove TV shows, shorts, other content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Keep only records where titleType == 'movie'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Remove nulls in critical columns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Chunk 06: Convert Data 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Why Needed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Data arrives as strings, need numbers for math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Conversions Applied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startYear -&gt; integer (years like 2024)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runtimeMinutes -&gt; integer (minutes like 120)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averageRating -&gt; double (ratings like 7.5)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numVotes -&gt; integer (vote counts like 50000)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Chunk 07: Top 20 Highest-Rated Movies</a:t>
            </a:r>
          </a:p>
        </p:txBody>
      </p:sp>
      <p:pic>
        <p:nvPicPr>
          <p:cNvPr id="3" name="Picture 2" descr="v0_viz_1_top_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545257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Chunk 08 &amp; 10: Movie Production Over Time</a:t>
            </a:r>
          </a:p>
        </p:txBody>
      </p:sp>
      <p:pic>
        <p:nvPicPr>
          <p:cNvPr id="3" name="Picture 2" descr="v0_viz_2_movie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375116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Chunk 09 &amp; 11: Most Common Movie Genres</a:t>
            </a:r>
          </a:p>
        </p:txBody>
      </p:sp>
      <p:pic>
        <p:nvPicPr>
          <p:cNvPr id="3" name="Picture 2" descr="v0_viz_3_gen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519446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Chunk 12: Average Rating Over Time (1950-2026)</a:t>
            </a:r>
          </a:p>
        </p:txBody>
      </p:sp>
      <p:pic>
        <p:nvPicPr>
          <p:cNvPr id="3" name="Picture 2" descr="v0_viz_4_avg_rating_over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375116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Rating Distribution: How Ratings Vary</a:t>
            </a:r>
          </a:p>
        </p:txBody>
      </p:sp>
      <p:pic>
        <p:nvPicPr>
          <p:cNvPr id="3" name="Picture 2" descr="v0_viz_5_rating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48878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Data Exploration: Votes vs Rating Relationship</a:t>
            </a:r>
          </a:p>
        </p:txBody>
      </p:sp>
      <p:pic>
        <p:nvPicPr>
          <p:cNvPr id="3" name="Picture 2" descr="v0_viz_6_votes_vs_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Key Findings from v0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Finding 1: Production Growth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Movie production has increased dramatically over time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More movies in recent decades than in 1950s-1980s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Finding 2: Genre Distribution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Some genres appear much more frequently than others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Drama dominates, followed by comedy and action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Finding 3: Rating Consistency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Average ratings remain relatively stable across decades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Slight variations exist but no major trend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Additional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Finding 4: Votes Influence Stability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Movies with more votes tend to have more consistent ratings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Low-vote movies show extreme ratings (very high or very low)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Finding 5: Quality Perception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Top-rated movies cluster around 8.0-9.0 range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Most movies fall in 6.0-7.0 average rating range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Finding 6: Dataset Characteristics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Data shows typical Big Data challenges: volume, variety, veracity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Limitations of v0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No data quality filters (low-vote movies treated same as high-vote)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No predictive modeling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Basic exploratory analysis only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What Could Be Added (v1, v2, ...)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Filter by vote count to improve reliability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Statistical analysis and hypothesis testing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Predictive models to forecast ratings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Investment strategy recommendations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Accomplishment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Successfully processed 12 million+ records using Databricks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Identified 6 key trends in movie industry data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Demonstrated Big Data tools work for real problems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Learning Outcome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Data cleaning and transformation essential for analysis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Multiple perspectives (by year, by genre, by rating) reveal different insights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Raw data requires preparation before meaningful conclusions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v0 Summary: 12 Chunks of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Chunks 01-03: Loading &amp; Cleaning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Load 12M records, replace \N with NULL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Chunks 04-06: Integration &amp; Transformation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Join tables, filter to movies only, convert data types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Chunks 07-12: Exploratory Analysis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6 different ways of looking at the data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Generated 6 visualizations showing key trends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300"/>
              </a:spcAft>
              <a:defRPr sz="1600" b="1">
                <a:solidFill>
                  <a:srgbClr val="1F4E79"/>
                </a:solidFill>
              </a:defRPr>
            </a:pPr>
            <a:r>
              <a:t>This is the Foundation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404040"/>
                </a:solidFill>
              </a:defRPr>
            </a:pPr>
            <a:r>
              <a:t>v0 provides the starting point for all future improvements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