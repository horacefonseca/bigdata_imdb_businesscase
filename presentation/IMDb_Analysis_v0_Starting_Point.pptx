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IMDb Movie Data Analysis - v0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Chunk 07: Top 20 Highest-Rated Movies</a:t>
            </a:r>
          </a:p>
        </p:txBody>
      </p:sp>
      <p:pic>
        <p:nvPicPr>
          <p:cNvPr id="3" name="Picture 2" descr="v0_viz_1_top_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52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Chunk 08 &amp; 10: Movie Production Over Time</a:t>
            </a:r>
          </a:p>
        </p:txBody>
      </p:sp>
      <p:pic>
        <p:nvPicPr>
          <p:cNvPr id="3" name="Picture 2" descr="v0_viz_2_movie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7511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Chunk 09 &amp; 11: Most Common Movie Genres</a:t>
            </a:r>
          </a:p>
        </p:txBody>
      </p:sp>
      <p:pic>
        <p:nvPicPr>
          <p:cNvPr id="3" name="Picture 2" descr="v0_viz_3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944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Chunk 12: Average Rating Over Time</a:t>
            </a:r>
          </a:p>
        </p:txBody>
      </p:sp>
      <p:pic>
        <p:nvPicPr>
          <p:cNvPr id="3" name="Picture 2" descr="v0_viz_4_avg_rating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7511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Rating Distribution</a:t>
            </a:r>
          </a:p>
        </p:txBody>
      </p:sp>
      <p:pic>
        <p:nvPicPr>
          <p:cNvPr id="3" name="Picture 2" descr="v0_viz_5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887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Votes vs Rating Relationship</a:t>
            </a:r>
          </a:p>
        </p:txBody>
      </p:sp>
      <p:pic>
        <p:nvPicPr>
          <p:cNvPr id="3" name="Picture 2" descr="v0_viz_6_votes_vs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843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