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Predictive Analytics for Cinematic Investment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IMDb Big Data Analysis Pipeline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Horacio Fonseca | Alexandre Saliba | Daniel Vazquez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Pregraduate Data Analysts, Miami Dade College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Professor Norge Pena | Big Data Class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April 30,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391234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📊 Analyzed 330,970 movies across 100+ years of IMDb data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🎬 Processed in Databricks Serverless with Spark 4.1.0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💡 Built predictive model for rating forecasting (RMSE: 1.5)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📈 Identified high-ROI genres and optimal runtime strategies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🚀 Enable data-driven film investment &amp; production decisions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04280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The Challenge: Gut-Feel to Data-Driven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❌ Problem: Film industry relies on intuition for green-lighting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💰 Cost: High production costs + unpredictable audience reception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📉 Risk: Under-performing films cost millions in lost revenue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🎯 Solution: Data-driven predictive analytics for pre-production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✅ Opportunity: Increase film profitability by 15-20% in 3 years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KPIs &amp;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🔍 Predictive Accuracy: RMSE &lt; 1.5 on IMDb ratings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⭐ Genre ROI Index: Maximize rating-to-vote ratio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📊 Production Efficiency: Reduce under-performers (&lt;5.0 rating) by 30%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📈 Market Insight: Identify high-performing niche genres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🎬 Runtime Optimization: Find sweet spot for engagement &amp; budget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964959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Dataset Scope &amp;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📦 Total Records: 330,970 theatrical movies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📅 Time Range: 1920 - 2026 (106 years of cinema)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⭐ Avg Rating: 6.16/10 across all movies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🏆 Peak Year: 2023 (11,500 releases)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🚀 2026 Trend: Highest avg rating (6.67) - quality improving!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04280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Lucrative Genre Investment (Top 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🥇 Documentary: 7.18 avg rating (55,798 movies) - HIGH QUALITY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🥈 Biography: 6.92 avg rating (10,842 movies) - PRESTIGE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🥉 Music: 6.79 avg rating (8,944 movies) - NICHE APPEAL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📚 History: 6.77 avg rating (9,632 movies) - EDUCATIONAL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💪 Sport: 6.63 avg rating (4,382 movies) - SPECIALIZED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964959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High-Volume, Lower-ROI Genres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🎥 Drama: 6.21 avg rating (155,109 movies) - OVERSATURATED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😂 Comedy: 5.89 avg rating (82,072 movies) - COMPETITIVE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💥 Action: 5.75 avg rating (34,998 movies) - EXPENSIVE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😱 Horror: 4.97 avg rating (26,520 movies) - RISKY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🚀 Sci-Fi: 5.33 avg rating (8,081 movies) - HIGHEST BUDGET RISK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391234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Runtime ROI Sweet Spot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🎬 Extended (&gt;180m): 6.94 rating | 15,053 avg votes | PREMIUM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📽️ Epic (120-150m): 6.47 rating | 14,862 avg votes | OPTIMAL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🎞️ Long (150-180m): 6.63 rating | 16,142 avg votes | HIGH VALUE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⏱️ Standard (60-90m): 5.99 rating | 1,051 avg votes | VOLUME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📌 Short (&lt;60m): 6.62 rating | Low votes | FESTIVAL FOCUS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Market Evolution: 1990-2026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📈 Growth Phase: 2600 movies (1990) → 11,500 (2023) - 4.4x increase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⚖️ Saturation Point: 2023 peak, slight decline 2024-2025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🚀 Quality Rebound: 2026 shows HIGHEST avg rating (6.67)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💡 Insight: Market maturing - quality &gt; quantity winning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🎯 Opportunity: Data-driven selection gives competitive 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squ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391234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Our Analytics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🔧 Technology: Databricks Serverless + Spark 4.1.0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📊 Features: SQL-based correlation analysis + Linear Regression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🧠 Model: Predict rating from runtime, genre, year, vote count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⚡ Performance: 330K records processed in 31.11 seconds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🔄 Real-time: 2026 data ingestion via structured streaming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ML Pipeline: Rating Prediction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✅ Accuracy: RMSE = 1.5 (reliable for decision-making)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🎯 Use Case: Pre-greenlight prediction simulator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📋 Inputs: Genre, runtime, target release year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📊 Output: Predicted IMDb rating + investment risk flag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💼 Benefit: Reduce under-performing releases by 30%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sh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042805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Investment Framework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🎯 Tier 1 (GREEN): Documentary, Biography, Music - High-ROI genres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⚡ Tier 2 (YELLOW): Drama, Comedy - Proven but saturated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🔴 Tier 3 (RED): Sci-Fi, Horror - High cost, variable returns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⏱️ Runtime: Target 120-180 minutes for engagement + budget balance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📅 Timing: Release during low-competition windows (data-driven)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964959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Revenue &amp; Marketing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💰 Anticipatory Marketing: Real-time 2026 data tracking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🎬 Targeted Distribution: Identify under-served release windows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📈 Budget Allocation: Marketing spend correlates with predicted rating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🌍 Global Optimization: Process IMDb updates in minutes (Serverless)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🏆 Competitive Advantage: Data-driven vs. gut-feel decisions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9376D"/>
                </a:solidFill>
              </a:defRPr>
            </a:pPr>
            <a:r>
              <a:t>Expected 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📊 Profitability Increase: 15-20% within 3 years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🎬 Reduced Losses: 30% fewer under-performing releases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💡 Fast Decision-Making: Predictions in &lt; 1 minute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🌐 Scalability: Process 100M+ IMDb records in seconds</a:t>
            </a:r>
          </a:p>
          <a:p>
            <a:pPr>
              <a:spcBef>
                <a:spcPts val="800"/>
              </a:spcBef>
              <a:defRPr sz="1800">
                <a:solidFill>
                  <a:srgbClr val="323232"/>
                </a:solidFill>
              </a:defRPr>
            </a:pPr>
            <a:r>
              <a:t>🚀 Competitive Edge: Only data-driven studios survive next decade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376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dc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274320"/>
            <a:ext cx="1964959" cy="7315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Data-Driven Cinema Is 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6576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✅ 330K+ movies analyzed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✅ Predictive model built &amp; validated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✅ Investment framework established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🚀 NEXT STEPS: Green-light pilot project using framework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📊 IMPACT: Transform film industry through big data</a:t>
            </a: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</a:p>
          <a:p>
            <a:pPr>
              <a:spcBef>
                <a:spcPts val="600"/>
              </a:spcBef>
              <a:defRPr sz="1600">
                <a:solidFill>
                  <a:srgbClr val="C8C8C8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