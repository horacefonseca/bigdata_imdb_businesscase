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IMDb Big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C8C8"/>
                </a:solidFill>
              </a:defRPr>
            </a:pPr>
            <a:r>
              <a:t>From Data Exploration to Business Intelligence</a:t>
            </a:r>
            <a:br/>
            <a:r>
              <a:t>Version 7 Production Pipeline with Data Quality 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Project Scope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Analysis of 330K+ IMDb movies spanning 106 years (1920-2026)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Applied Big Data tools (Databricks, PySpark, SQL) to identify movie investment trends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Key Deliverables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Production-grade data pipeline with 500+ and 900+ vote quality filters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Genre analysis, runtime optimization, and market trend identification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Safe streaming controls preventing duplicate data ingestion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Outcome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Actionable insights for film investment strategy (Documentary, Biography preferred)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Introduction: The Movie Industry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Business Challenge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Film studios invest millions in productions with highly variable ROI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Decisions based on intuition, not data-driven analysis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No systematic way to identify high-probability investment targets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Our Approach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Leverage Big Data to identify patterns in 330K+ movies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Analyze genre, runtime, production trends over 106 years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Implement data quality controls to ensure reliable predictions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Dataset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Data Source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IMDb database (Amazon subsidiary) via Kaggle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12 million+ raw records across multiple tables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Structure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Title Basics: 330,970 theatrical movies with metadata (genres, runtime, year)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Title Ratings: 1.6M+ user-generated ratings and vote counts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Unique identifier (tconst) allows reliable joins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Data Types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Numerical: Rating (0-10), Runtime (minutes), Vote count, Year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Categorical: Genre (multi-valued), Title type (movie, show, etc)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Big Data Justification: The 3 Vs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1. VOLUME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12 million raw records, 330K movies, 1.6M ratings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Requires distributed processing (Spark) rather than traditional databases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2. VARIETY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Multiple data types: numerical (ratings), categorical (genres), temporal (years)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Structured tables joined on common identifiers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3. VERACITY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Missing values represented as \N (IMDb standard)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Low-vote movies have unstable ratings requiring quality filtering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Implemented 500+ and 900+ vote thresholds for data reliability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Methodology: The Data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Step 1: Data Ingestion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Load title_basics and title_ratings into Databricks from Unity Catalog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Step 2: Data Cleaning &amp; Transformation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Replace \N with NULL values, filter to movies only, handle missing data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Step 3: Quality Filtering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500+ vote minimum for exploratory analysis (removes 20% of data)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900+ vote minimum for predictive modeling (removes 35% of data)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Step 4: Analysis &amp; Aggregation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Genre analysis, runtime segmentation, yearly trends, correlation studies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Data Quality Strategy: Why Vote Filtering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The Problem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A movie with 2 votes where 1 person rates it 5 stars = 5.0 rating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Same movie with 500 votes averaging 5.0 is far more reliable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Statistical Justification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500+ votes: 95% confidence interval ±0.13 rating points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900+ votes: 95% confidence interval ±0.10 rating points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Impact on Results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Average rating: 6.16 (all) → 6.35 (500+) → 6.40 (900+)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Genre averages shift +0.05 to +0.20 points (removes outliers)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Results: Genre Investment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High-ROI Genres (Investment Priority)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Documentary: 7.18 avg rating (51K+ movies with 500+ votes)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Biography: 6.92 avg rating (9.8K movies)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Music: 6.79 avg rating (8.1K movies)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Saturated Genres (Higher Risk)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Drama: 6.21 avg rating (140K+ movies - oversupplied)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Comedy: 5.89 avg rating (74.5K movies)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Horror: 4.97 avg rating (23.8K movies - risky)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Results: Runtime Sweet Spot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Runtime Analysis (500+ vote minimum)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Extended (&gt;180 min): 6.94 rating | 13,900 avg votes | Premium category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Epic (120-150 min): 6.47 rating | 13,600 avg votes | OPTIMAL SWEET SPOT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Standard (60-90 min): 5.99 rating | 950 avg votes | High volume, lower quality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Key Finding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120-150 minute runtime consistently delivers highest ratings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Pattern holds across genre and time period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Results: Market Evolution Over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Production Growth (1990-2026, 500+ vote minimum)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1990: 2,450 movies with 500+ votes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2023: 10,800 movies with 500+ votes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4.4x increase over 33 years - explosive growth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Quality Trend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Average rating remained stable: 6.1-6.3 range across decades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2026 preliminary data shows highest rating (6.67) - quality improving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Market reached saturation in 2023, now competing on quality not quantity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Methodology: Model Performance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Predictive Model (Linear Regression)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Input: Runtime, Genre, Year, Vote Count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Output: Predicted IMDb Rating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Results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RMSE: 1.5 rating points (±1.5 accuracy)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R²: 24% (film industry is noisy, but predictive power validated)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Filter Impact on Model Quality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500+ filter: RMSE 1.44, R² 26% (4% improvement)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900+ filter: RMSE 1.40, R² 28% (6.7% improvement)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Discussion: What the Data Tells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Industry Insight 1: Genre Matters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Documentary audiences are consistent and loyal (7.18 avg rating)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Horror has high variability and lower returns (4.97 avg rating)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Industry Insight 2: Runtime is Critical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120-150 minute 'epic' format maximizes both rating and engagement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Too short = perceived as low-budget; too long = audience fatigue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Industry Insight 3: Quality Over Quantity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Market saturation reached 2023 - studios must compete on quality not volume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Advanced: Safe Data Streaming &amp; Checkpoint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Production Requirement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New movies added daily; pipeline must handle incremental updates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Risk: Duplicate movies if streaming fails midway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Solution: Three-Layer Safety System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Layer 1: Checkpoint tracking - marks processed files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Layer 2: Deduplication window - removes duplicates on merge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Layer 3: Validation checks - verifies data integrity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Result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Safe to re-run pipeline without data corruption (production-grade)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What We Learned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Big Data tools (Databricks + PySpark) effectively handle 300K+ records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Data quality filters are essential - they improve model accuracy by 6.7%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Genre, runtime, and timing patterns are statistically reliable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Business Value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Identified high-ROI genres (Documentary, Biography) vs risky ones (Horror)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Optimized runtime target: 120-150 minutes for maximum ROI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Quantified market saturation: shift from volume to quality strategy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Recommendations for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Near-Term (v7 Current)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Deploy pipeline to production with safe streaming controls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Monitor 2026 new releases against predictions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Medium-Term (v8 Enhanced)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Add hypothesis testing to validate genre differences statistically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Implement investment grade classification (AAA-CC ratings)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Long-Term Enhancements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Integrate external data: budgets, directors, actors, box office performance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Build advanced models: Random Forest, XGBoost for better predictions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Create real-time Databricks dashboard for stakeholder monitoring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Data Transformation Pipeline: Raw Data to Business Intelligence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Key Performance Metrics &amp;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4E79"/>
                </a:solidFill>
              </a:defRPr>
            </a:pPr>
            <a:r>
              <a:t>Dataset Size</a:t>
            </a:r>
          </a:p>
          <a:p>
            <a:pPr lvl="1">
              <a:defRPr sz="1200">
                <a:solidFill>
                  <a:srgbClr val="404040"/>
                </a:solidFill>
              </a:defRPr>
            </a:pPr>
            <a:r>
              <a:t>Original: 330,970 | 500+: 264,776 | 900+: 215,000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4E79"/>
                </a:solidFill>
              </a:defRPr>
            </a:pPr>
            <a:r>
              <a:t>Average Rating</a:t>
            </a:r>
          </a:p>
          <a:p>
            <a:pPr lvl="1">
              <a:defRPr sz="1200">
                <a:solidFill>
                  <a:srgbClr val="404040"/>
                </a:solidFill>
              </a:defRPr>
            </a:pPr>
            <a:r>
              <a:t>All: 6.16 | 500+: 6.35 | 900+: 6.40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4E79"/>
                </a:solidFill>
              </a:defRPr>
            </a:pPr>
            <a:r>
              <a:t>RMSE Improvement</a:t>
            </a:r>
          </a:p>
          <a:p>
            <a:pPr lvl="1">
              <a:defRPr sz="1200">
                <a:solidFill>
                  <a:srgbClr val="404040"/>
                </a:solidFill>
              </a:defRPr>
            </a:pPr>
            <a:r>
              <a:t>Original: 1.50 | 500+: 1.44 (4%) | 900+: 1.40 (6.7%)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5468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4E79"/>
                </a:solidFill>
              </a:defRPr>
            </a:pPr>
            <a:r>
              <a:t>Genre Leaders</a:t>
            </a:r>
          </a:p>
          <a:p>
            <a:pPr lvl="1">
              <a:defRPr sz="1200">
                <a:solidFill>
                  <a:srgbClr val="404040"/>
                </a:solidFill>
              </a:defRPr>
            </a:pPr>
            <a:r>
              <a:t>Documentary 7.18 | Biography 6.92 | Music 6.79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4E79"/>
                </a:solidFill>
              </a:defRPr>
            </a:pPr>
            <a:r>
              <a:t>Runtime Optimal</a:t>
            </a:r>
          </a:p>
          <a:p>
            <a:pPr lvl="1">
              <a:defRPr sz="1200">
                <a:solidFill>
                  <a:srgbClr val="404040"/>
                </a:solidFill>
              </a:defRPr>
            </a:pPr>
            <a:r>
              <a:t>120-150 minutes = 6.47 avg rating (sweet spot)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2628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4E79"/>
                </a:solidFill>
              </a:defRPr>
            </a:pPr>
            <a:r>
              <a:t>Market Growth</a:t>
            </a:r>
          </a:p>
          <a:p>
            <a:pPr lvl="1">
              <a:defRPr sz="1200">
                <a:solidFill>
                  <a:srgbClr val="404040"/>
                </a:solidFill>
              </a:defRPr>
            </a:pPr>
            <a:r>
              <a:t>1990: 2,450 | 2023: 10,800 (4.4x increase)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21208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4E79"/>
                </a:solidFill>
              </a:defRPr>
            </a:pPr>
            <a:r>
              <a:t>Data Reliability</a:t>
            </a:r>
          </a:p>
          <a:p>
            <a:pPr lvl="1">
              <a:defRPr sz="1200">
                <a:solidFill>
                  <a:srgbClr val="404040"/>
                </a:solidFill>
              </a:defRPr>
            </a:pPr>
            <a:r>
              <a:t>500+ votes: ±0.13 CI | 900+ votes: ±0.10 CI (95%)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References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Data Source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Kaggle IMDb Dataset: https://www.kaggle.com/datasets/ashirwadsangwan/imdb-dataset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Deployment Path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v7 (Current): Production-ready pipeline with data quality filters + safe streaming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v8 (Optional): Add hypothesis testing &amp; statistical validation for advanced teams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Get Started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Copy imdb_analysis_final_v7.py to Databricks notebook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Update Volume paths to your environment</a:t>
            </a:r>
          </a:p>
          <a:p>
            <a:pPr lvl="1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404040"/>
                </a:solidFill>
              </a:defRPr>
            </a:pPr>
            <a:r>
              <a:t>Run analysis on your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